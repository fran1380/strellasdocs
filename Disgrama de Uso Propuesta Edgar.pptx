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842500" cy="7556500"/>
  <p:notesSz cx="6858000" cy="9144000"/>
  <p:defaultTextStyle>
    <a:defPPr>
      <a:defRPr lang="es-MX"/>
    </a:defPPr>
    <a:lvl1pPr marL="0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97099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94197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91295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88394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485493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982592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479690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976788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75" d="100"/>
          <a:sy n="75" d="100"/>
        </p:scale>
        <p:origin x="-1356" y="-72"/>
      </p:cViewPr>
      <p:guideLst>
        <p:guide orient="horz" pos="2380"/>
        <p:guide pos="31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8188" y="2347414"/>
            <a:ext cx="8366125" cy="16197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376" y="4282017"/>
            <a:ext cx="6889750" cy="193110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0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41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1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83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5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25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79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767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5871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516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489" y="4855752"/>
            <a:ext cx="8366125" cy="1500805"/>
          </a:xfrm>
        </p:spPr>
        <p:txBody>
          <a:bodyPr anchor="t"/>
          <a:lstStyle>
            <a:lvl1pPr algn="l">
              <a:defRPr sz="4300" b="1" cap="all"/>
            </a:lvl1pPr>
          </a:lstStyle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489" y="3202768"/>
            <a:ext cx="8366125" cy="1652984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09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94197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12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9883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48549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9825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4796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9767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6129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2125" y="1763184"/>
            <a:ext cx="4347105" cy="4986940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3271" y="1763184"/>
            <a:ext cx="4347105" cy="4986940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3783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2125" y="1691467"/>
            <a:ext cx="4348814" cy="704923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099" indent="0">
              <a:buNone/>
              <a:defRPr sz="2200" b="1"/>
            </a:lvl2pPr>
            <a:lvl3pPr marL="994197" indent="0">
              <a:buNone/>
              <a:defRPr sz="1900" b="1"/>
            </a:lvl3pPr>
            <a:lvl4pPr marL="1491295" indent="0">
              <a:buNone/>
              <a:defRPr sz="1700" b="1"/>
            </a:lvl4pPr>
            <a:lvl5pPr marL="1988394" indent="0">
              <a:buNone/>
              <a:defRPr sz="1700" b="1"/>
            </a:lvl5pPr>
            <a:lvl6pPr marL="2485493" indent="0">
              <a:buNone/>
              <a:defRPr sz="1700" b="1"/>
            </a:lvl6pPr>
            <a:lvl7pPr marL="2982592" indent="0">
              <a:buNone/>
              <a:defRPr sz="1700" b="1"/>
            </a:lvl7pPr>
            <a:lvl8pPr marL="3479690" indent="0">
              <a:buNone/>
              <a:defRPr sz="1700" b="1"/>
            </a:lvl8pPr>
            <a:lvl9pPr marL="397678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125" y="2396391"/>
            <a:ext cx="4348814" cy="4353734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99854" y="1691467"/>
            <a:ext cx="4350522" cy="704923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099" indent="0">
              <a:buNone/>
              <a:defRPr sz="2200" b="1"/>
            </a:lvl2pPr>
            <a:lvl3pPr marL="994197" indent="0">
              <a:buNone/>
              <a:defRPr sz="1900" b="1"/>
            </a:lvl3pPr>
            <a:lvl4pPr marL="1491295" indent="0">
              <a:buNone/>
              <a:defRPr sz="1700" b="1"/>
            </a:lvl4pPr>
            <a:lvl5pPr marL="1988394" indent="0">
              <a:buNone/>
              <a:defRPr sz="1700" b="1"/>
            </a:lvl5pPr>
            <a:lvl6pPr marL="2485493" indent="0">
              <a:buNone/>
              <a:defRPr sz="1700" b="1"/>
            </a:lvl6pPr>
            <a:lvl7pPr marL="2982592" indent="0">
              <a:buNone/>
              <a:defRPr sz="1700" b="1"/>
            </a:lvl7pPr>
            <a:lvl8pPr marL="3479690" indent="0">
              <a:buNone/>
              <a:defRPr sz="1700" b="1"/>
            </a:lvl8pPr>
            <a:lvl9pPr marL="397678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99854" y="2396391"/>
            <a:ext cx="4350522" cy="4353734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811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3282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4485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125" y="300861"/>
            <a:ext cx="3238115" cy="1280407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8145" y="300861"/>
            <a:ext cx="5502231" cy="644926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2125" y="1581269"/>
            <a:ext cx="3238115" cy="5168856"/>
          </a:xfrm>
        </p:spPr>
        <p:txBody>
          <a:bodyPr/>
          <a:lstStyle>
            <a:lvl1pPr marL="0" indent="0">
              <a:buNone/>
              <a:defRPr sz="1600"/>
            </a:lvl1pPr>
            <a:lvl2pPr marL="497099" indent="0">
              <a:buNone/>
              <a:defRPr sz="1300"/>
            </a:lvl2pPr>
            <a:lvl3pPr marL="994197" indent="0">
              <a:buNone/>
              <a:defRPr sz="1100"/>
            </a:lvl3pPr>
            <a:lvl4pPr marL="1491295" indent="0">
              <a:buNone/>
              <a:defRPr sz="1000"/>
            </a:lvl4pPr>
            <a:lvl5pPr marL="1988394" indent="0">
              <a:buNone/>
              <a:defRPr sz="1000"/>
            </a:lvl5pPr>
            <a:lvl6pPr marL="2485493" indent="0">
              <a:buNone/>
              <a:defRPr sz="1000"/>
            </a:lvl6pPr>
            <a:lvl7pPr marL="2982592" indent="0">
              <a:buNone/>
              <a:defRPr sz="1000"/>
            </a:lvl7pPr>
            <a:lvl8pPr marL="3479690" indent="0">
              <a:buNone/>
              <a:defRPr sz="1000"/>
            </a:lvl8pPr>
            <a:lvl9pPr marL="397678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2720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199" y="5289550"/>
            <a:ext cx="5905500" cy="624462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29199" y="675188"/>
            <a:ext cx="5905500" cy="4533900"/>
          </a:xfrm>
        </p:spPr>
        <p:txBody>
          <a:bodyPr/>
          <a:lstStyle>
            <a:lvl1pPr marL="0" indent="0">
              <a:buNone/>
              <a:defRPr sz="3500"/>
            </a:lvl1pPr>
            <a:lvl2pPr marL="497099" indent="0">
              <a:buNone/>
              <a:defRPr sz="3000"/>
            </a:lvl2pPr>
            <a:lvl3pPr marL="994197" indent="0">
              <a:buNone/>
              <a:defRPr sz="2600"/>
            </a:lvl3pPr>
            <a:lvl4pPr marL="1491295" indent="0">
              <a:buNone/>
              <a:defRPr sz="2200"/>
            </a:lvl4pPr>
            <a:lvl5pPr marL="1988394" indent="0">
              <a:buNone/>
              <a:defRPr sz="2200"/>
            </a:lvl5pPr>
            <a:lvl6pPr marL="2485493" indent="0">
              <a:buNone/>
              <a:defRPr sz="2200"/>
            </a:lvl6pPr>
            <a:lvl7pPr marL="2982592" indent="0">
              <a:buNone/>
              <a:defRPr sz="2200"/>
            </a:lvl7pPr>
            <a:lvl8pPr marL="3479690" indent="0">
              <a:buNone/>
              <a:defRPr sz="2200"/>
            </a:lvl8pPr>
            <a:lvl9pPr marL="3976788" indent="0">
              <a:buNone/>
              <a:defRPr sz="2200"/>
            </a:lvl9pPr>
          </a:lstStyle>
          <a:p>
            <a:endParaRPr lang="es-MX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9199" y="5914012"/>
            <a:ext cx="5905500" cy="886839"/>
          </a:xfrm>
        </p:spPr>
        <p:txBody>
          <a:bodyPr/>
          <a:lstStyle>
            <a:lvl1pPr marL="0" indent="0">
              <a:buNone/>
              <a:defRPr sz="1600"/>
            </a:lvl1pPr>
            <a:lvl2pPr marL="497099" indent="0">
              <a:buNone/>
              <a:defRPr sz="1300"/>
            </a:lvl2pPr>
            <a:lvl3pPr marL="994197" indent="0">
              <a:buNone/>
              <a:defRPr sz="1100"/>
            </a:lvl3pPr>
            <a:lvl4pPr marL="1491295" indent="0">
              <a:buNone/>
              <a:defRPr sz="1000"/>
            </a:lvl4pPr>
            <a:lvl5pPr marL="1988394" indent="0">
              <a:buNone/>
              <a:defRPr sz="1000"/>
            </a:lvl5pPr>
            <a:lvl6pPr marL="2485493" indent="0">
              <a:buNone/>
              <a:defRPr sz="1000"/>
            </a:lvl6pPr>
            <a:lvl7pPr marL="2982592" indent="0">
              <a:buNone/>
              <a:defRPr sz="1000"/>
            </a:lvl7pPr>
            <a:lvl8pPr marL="3479690" indent="0">
              <a:buNone/>
              <a:defRPr sz="1000"/>
            </a:lvl8pPr>
            <a:lvl9pPr marL="397678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8311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5318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35813" y="302611"/>
            <a:ext cx="2214563" cy="644751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2126" y="302611"/>
            <a:ext cx="6479645" cy="644751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6406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126" y="302610"/>
            <a:ext cx="8858250" cy="1259417"/>
          </a:xfrm>
          <a:prstGeom prst="rect">
            <a:avLst/>
          </a:prstGeom>
        </p:spPr>
        <p:txBody>
          <a:bodyPr vert="horz" lIns="99420" tIns="49709" rIns="99420" bIns="4970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2126" y="1763184"/>
            <a:ext cx="8858250" cy="4986940"/>
          </a:xfrm>
          <a:prstGeom prst="rect">
            <a:avLst/>
          </a:prstGeom>
        </p:spPr>
        <p:txBody>
          <a:bodyPr vert="horz" lIns="99420" tIns="49709" rIns="99420" bIns="4970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2124" y="7003756"/>
            <a:ext cx="2296584" cy="402314"/>
          </a:xfrm>
          <a:prstGeom prst="rect">
            <a:avLst/>
          </a:prstGeom>
        </p:spPr>
        <p:txBody>
          <a:bodyPr vert="horz" lIns="99420" tIns="49709" rIns="99420" bIns="4970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2855" y="7003756"/>
            <a:ext cx="3116792" cy="402314"/>
          </a:xfrm>
          <a:prstGeom prst="rect">
            <a:avLst/>
          </a:prstGeom>
        </p:spPr>
        <p:txBody>
          <a:bodyPr vert="horz" lIns="99420" tIns="49709" rIns="99420" bIns="4970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3792" y="7003756"/>
            <a:ext cx="2296584" cy="402314"/>
          </a:xfrm>
          <a:prstGeom prst="rect">
            <a:avLst/>
          </a:prstGeom>
        </p:spPr>
        <p:txBody>
          <a:bodyPr vert="horz" lIns="99420" tIns="49709" rIns="99420" bIns="49709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1729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4197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2824" indent="-372824" algn="l" defTabSz="994197" rtl="0" eaLnBrk="1" latinLnBrk="0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7785" indent="-310687" algn="l" defTabSz="994197" rtl="0" eaLnBrk="1" latinLnBrk="0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2746" indent="-248549" algn="l" defTabSz="994197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9845" indent="-248549" algn="l" defTabSz="994197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36944" indent="-248549" algn="l" defTabSz="994197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4042" indent="-248549" algn="l" defTabSz="994197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1140" indent="-248549" algn="l" defTabSz="994197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28239" indent="-248549" algn="l" defTabSz="994197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25338" indent="-248549" algn="l" defTabSz="994197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97099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94197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91295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88394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85493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82592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79690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976788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2820007" y="1185963"/>
            <a:ext cx="1576568" cy="22679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Coreografías XV años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20007" y="1727850"/>
            <a:ext cx="1535900" cy="22679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Performance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20007" y="4642346"/>
            <a:ext cx="1363755" cy="24399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Foto y Video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18996" y="5186262"/>
            <a:ext cx="1363755" cy="23734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Maquillaje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20007" y="5700868"/>
            <a:ext cx="1535900" cy="22679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Clases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43739" y="6131236"/>
            <a:ext cx="1535900" cy="22847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Escenografías</a:t>
            </a:r>
          </a:p>
        </p:txBody>
      </p:sp>
      <p:cxnSp>
        <p:nvCxnSpPr>
          <p:cNvPr id="33" name="Elbow Connector 32"/>
          <p:cNvCxnSpPr>
            <a:endCxn id="31" idx="1"/>
          </p:cNvCxnSpPr>
          <p:nvPr/>
        </p:nvCxnSpPr>
        <p:spPr>
          <a:xfrm rot="16200000" flipH="1">
            <a:off x="-123230" y="3278504"/>
            <a:ext cx="5429882" cy="504056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26" idx="1"/>
          </p:cNvCxnSpPr>
          <p:nvPr/>
        </p:nvCxnSpPr>
        <p:spPr>
          <a:xfrm flipV="1">
            <a:off x="2339683" y="1299359"/>
            <a:ext cx="480324" cy="14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27" idx="1"/>
          </p:cNvCxnSpPr>
          <p:nvPr/>
        </p:nvCxnSpPr>
        <p:spPr>
          <a:xfrm>
            <a:off x="2339683" y="1841247"/>
            <a:ext cx="48032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28" idx="1"/>
          </p:cNvCxnSpPr>
          <p:nvPr/>
        </p:nvCxnSpPr>
        <p:spPr>
          <a:xfrm flipV="1">
            <a:off x="2327831" y="4764342"/>
            <a:ext cx="492176" cy="220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29" idx="1"/>
          </p:cNvCxnSpPr>
          <p:nvPr/>
        </p:nvCxnSpPr>
        <p:spPr>
          <a:xfrm flipV="1">
            <a:off x="2339683" y="5304934"/>
            <a:ext cx="479313" cy="171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30" idx="1"/>
          </p:cNvCxnSpPr>
          <p:nvPr/>
        </p:nvCxnSpPr>
        <p:spPr>
          <a:xfrm>
            <a:off x="2312849" y="5800124"/>
            <a:ext cx="507158" cy="141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567623" y="2342290"/>
            <a:ext cx="1622028" cy="22679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Fantasma de la Opera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567623" y="2774669"/>
            <a:ext cx="1279716" cy="22679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err="1"/>
              <a:t>Frozen</a:t>
            </a:r>
            <a:endParaRPr lang="es-MX" sz="1200" dirty="0"/>
          </a:p>
        </p:txBody>
      </p:sp>
      <p:sp>
        <p:nvSpPr>
          <p:cNvPr id="56" name="Rounded Rectangle 55"/>
          <p:cNvSpPr/>
          <p:nvPr/>
        </p:nvSpPr>
        <p:spPr>
          <a:xfrm>
            <a:off x="3567623" y="3211104"/>
            <a:ext cx="1279716" cy="22679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El Zorro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567623" y="3705746"/>
            <a:ext cx="2424331" cy="22679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Alicia en el País de las Maravillas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67623" y="4143406"/>
            <a:ext cx="2067161" cy="22679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La Bella y la Bestia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116719" y="1179035"/>
            <a:ext cx="1366166" cy="22679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Próximos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116719" y="1870916"/>
            <a:ext cx="1366166" cy="22679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Pasados</a:t>
            </a:r>
          </a:p>
        </p:txBody>
      </p:sp>
      <p:cxnSp>
        <p:nvCxnSpPr>
          <p:cNvPr id="94" name="Straight Arrow Connector 93"/>
          <p:cNvCxnSpPr/>
          <p:nvPr/>
        </p:nvCxnSpPr>
        <p:spPr>
          <a:xfrm>
            <a:off x="4808391" y="1292431"/>
            <a:ext cx="308328" cy="69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Elbow Connector 96"/>
          <p:cNvCxnSpPr>
            <a:endCxn id="93" idx="1"/>
          </p:cNvCxnSpPr>
          <p:nvPr/>
        </p:nvCxnSpPr>
        <p:spPr>
          <a:xfrm rot="16200000" flipH="1">
            <a:off x="4352507" y="1220101"/>
            <a:ext cx="1220200" cy="30822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Rounded Rectangle 198"/>
          <p:cNvSpPr/>
          <p:nvPr/>
        </p:nvSpPr>
        <p:spPr>
          <a:xfrm>
            <a:off x="6511683" y="537891"/>
            <a:ext cx="1150499" cy="2777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Galería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77634" y="551441"/>
            <a:ext cx="1150499" cy="2777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Contacto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4076008" y="537891"/>
            <a:ext cx="1150499" cy="2777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Tus Eventos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2051651" y="551441"/>
            <a:ext cx="1150499" cy="2777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Servicios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96714" y="551441"/>
            <a:ext cx="1150499" cy="2777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Home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7513538" y="1296031"/>
            <a:ext cx="1086525" cy="24023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Bailarín 1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7505838" y="1832957"/>
            <a:ext cx="1086525" cy="24023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Bailarín 2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7513538" y="3262664"/>
            <a:ext cx="1086525" cy="24023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Bailarín 5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7513538" y="2749512"/>
            <a:ext cx="1086525" cy="24023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Bailarín 4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7513538" y="2256086"/>
            <a:ext cx="1086525" cy="24023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Bailarín 3</a:t>
            </a:r>
          </a:p>
        </p:txBody>
      </p:sp>
      <p:cxnSp>
        <p:nvCxnSpPr>
          <p:cNvPr id="251" name="Elbow Connector 250"/>
          <p:cNvCxnSpPr>
            <a:endCxn id="58" idx="1"/>
          </p:cNvCxnSpPr>
          <p:nvPr/>
        </p:nvCxnSpPr>
        <p:spPr>
          <a:xfrm rot="16200000" flipH="1">
            <a:off x="2248641" y="2937821"/>
            <a:ext cx="2272491" cy="365473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3" name="Straight Arrow Connector 252"/>
          <p:cNvCxnSpPr>
            <a:endCxn id="54" idx="1"/>
          </p:cNvCxnSpPr>
          <p:nvPr/>
        </p:nvCxnSpPr>
        <p:spPr>
          <a:xfrm>
            <a:off x="3202149" y="2455686"/>
            <a:ext cx="365474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4" name="Straight Arrow Connector 253"/>
          <p:cNvCxnSpPr/>
          <p:nvPr/>
        </p:nvCxnSpPr>
        <p:spPr>
          <a:xfrm>
            <a:off x="3202149" y="2891748"/>
            <a:ext cx="365474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/>
          <p:nvPr/>
        </p:nvCxnSpPr>
        <p:spPr>
          <a:xfrm>
            <a:off x="3204537" y="3329086"/>
            <a:ext cx="365474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6" name="Straight Arrow Connector 255"/>
          <p:cNvCxnSpPr/>
          <p:nvPr/>
        </p:nvCxnSpPr>
        <p:spPr>
          <a:xfrm>
            <a:off x="3206189" y="3823728"/>
            <a:ext cx="365474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4" name="Elbow Connector 263"/>
          <p:cNvCxnSpPr>
            <a:endCxn id="236" idx="1"/>
          </p:cNvCxnSpPr>
          <p:nvPr/>
        </p:nvCxnSpPr>
        <p:spPr>
          <a:xfrm rot="16200000" flipH="1">
            <a:off x="5836436" y="1705680"/>
            <a:ext cx="2567191" cy="78701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6" name="Straight Arrow Connector 265"/>
          <p:cNvCxnSpPr>
            <a:endCxn id="234" idx="1"/>
          </p:cNvCxnSpPr>
          <p:nvPr/>
        </p:nvCxnSpPr>
        <p:spPr>
          <a:xfrm>
            <a:off x="6726524" y="1412755"/>
            <a:ext cx="787014" cy="33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1" name="Straight Arrow Connector 270"/>
          <p:cNvCxnSpPr/>
          <p:nvPr/>
        </p:nvCxnSpPr>
        <p:spPr>
          <a:xfrm>
            <a:off x="6726525" y="1984313"/>
            <a:ext cx="787014" cy="33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2" name="Straight Arrow Connector 271"/>
          <p:cNvCxnSpPr/>
          <p:nvPr/>
        </p:nvCxnSpPr>
        <p:spPr>
          <a:xfrm>
            <a:off x="6726524" y="2376204"/>
            <a:ext cx="787014" cy="33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/>
          <p:nvPr/>
        </p:nvCxnSpPr>
        <p:spPr>
          <a:xfrm>
            <a:off x="6747256" y="2865720"/>
            <a:ext cx="787014" cy="33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50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189</TotalTime>
  <Words>47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Francisco</dc:creator>
  <cp:lastModifiedBy>Francisco</cp:lastModifiedBy>
  <cp:revision>37</cp:revision>
  <dcterms:created xsi:type="dcterms:W3CDTF">2014-04-18T00:38:47Z</dcterms:created>
  <dcterms:modified xsi:type="dcterms:W3CDTF">2014-04-18T03:47:53Z</dcterms:modified>
</cp:coreProperties>
</file>