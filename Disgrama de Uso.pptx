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842500" cy="7556500"/>
  <p:notesSz cx="6858000" cy="9144000"/>
  <p:defaultTextStyle>
    <a:defPPr>
      <a:defRPr lang="es-MX"/>
    </a:defPPr>
    <a:lvl1pPr marL="0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97099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94197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91295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88394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85493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982592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479690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976788" algn="l" defTabSz="99419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356" y="-72"/>
      </p:cViewPr>
      <p:guideLst>
        <p:guide orient="horz" pos="2380"/>
        <p:guide pos="31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8188" y="2347414"/>
            <a:ext cx="8366125" cy="16197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376" y="4282017"/>
            <a:ext cx="6889750" cy="193110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4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8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5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2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79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7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587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51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489" y="4855752"/>
            <a:ext cx="8366125" cy="1500805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489" y="3202768"/>
            <a:ext cx="8366125" cy="1652984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09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9419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12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988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485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9825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4796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9767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612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2125" y="1763184"/>
            <a:ext cx="4347105" cy="498694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3271" y="1763184"/>
            <a:ext cx="4347105" cy="498694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378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125" y="1691467"/>
            <a:ext cx="4348814" cy="704923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099" indent="0">
              <a:buNone/>
              <a:defRPr sz="2200" b="1"/>
            </a:lvl2pPr>
            <a:lvl3pPr marL="994197" indent="0">
              <a:buNone/>
              <a:defRPr sz="1900" b="1"/>
            </a:lvl3pPr>
            <a:lvl4pPr marL="1491295" indent="0">
              <a:buNone/>
              <a:defRPr sz="1700" b="1"/>
            </a:lvl4pPr>
            <a:lvl5pPr marL="1988394" indent="0">
              <a:buNone/>
              <a:defRPr sz="1700" b="1"/>
            </a:lvl5pPr>
            <a:lvl6pPr marL="2485493" indent="0">
              <a:buNone/>
              <a:defRPr sz="1700" b="1"/>
            </a:lvl6pPr>
            <a:lvl7pPr marL="2982592" indent="0">
              <a:buNone/>
              <a:defRPr sz="1700" b="1"/>
            </a:lvl7pPr>
            <a:lvl8pPr marL="3479690" indent="0">
              <a:buNone/>
              <a:defRPr sz="1700" b="1"/>
            </a:lvl8pPr>
            <a:lvl9pPr marL="397678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125" y="2396391"/>
            <a:ext cx="4348814" cy="435373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854" y="1691467"/>
            <a:ext cx="4350522" cy="704923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099" indent="0">
              <a:buNone/>
              <a:defRPr sz="2200" b="1"/>
            </a:lvl2pPr>
            <a:lvl3pPr marL="994197" indent="0">
              <a:buNone/>
              <a:defRPr sz="1900" b="1"/>
            </a:lvl3pPr>
            <a:lvl4pPr marL="1491295" indent="0">
              <a:buNone/>
              <a:defRPr sz="1700" b="1"/>
            </a:lvl4pPr>
            <a:lvl5pPr marL="1988394" indent="0">
              <a:buNone/>
              <a:defRPr sz="1700" b="1"/>
            </a:lvl5pPr>
            <a:lvl6pPr marL="2485493" indent="0">
              <a:buNone/>
              <a:defRPr sz="1700" b="1"/>
            </a:lvl6pPr>
            <a:lvl7pPr marL="2982592" indent="0">
              <a:buNone/>
              <a:defRPr sz="1700" b="1"/>
            </a:lvl7pPr>
            <a:lvl8pPr marL="3479690" indent="0">
              <a:buNone/>
              <a:defRPr sz="1700" b="1"/>
            </a:lvl8pPr>
            <a:lvl9pPr marL="397678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854" y="2396391"/>
            <a:ext cx="4350522" cy="435373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81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328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448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125" y="300861"/>
            <a:ext cx="3238115" cy="1280407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8145" y="300861"/>
            <a:ext cx="5502231" cy="644926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2125" y="1581269"/>
            <a:ext cx="3238115" cy="5168856"/>
          </a:xfrm>
        </p:spPr>
        <p:txBody>
          <a:bodyPr/>
          <a:lstStyle>
            <a:lvl1pPr marL="0" indent="0">
              <a:buNone/>
              <a:defRPr sz="1600"/>
            </a:lvl1pPr>
            <a:lvl2pPr marL="497099" indent="0">
              <a:buNone/>
              <a:defRPr sz="1300"/>
            </a:lvl2pPr>
            <a:lvl3pPr marL="994197" indent="0">
              <a:buNone/>
              <a:defRPr sz="1100"/>
            </a:lvl3pPr>
            <a:lvl4pPr marL="1491295" indent="0">
              <a:buNone/>
              <a:defRPr sz="1000"/>
            </a:lvl4pPr>
            <a:lvl5pPr marL="1988394" indent="0">
              <a:buNone/>
              <a:defRPr sz="1000"/>
            </a:lvl5pPr>
            <a:lvl6pPr marL="2485493" indent="0">
              <a:buNone/>
              <a:defRPr sz="1000"/>
            </a:lvl6pPr>
            <a:lvl7pPr marL="2982592" indent="0">
              <a:buNone/>
              <a:defRPr sz="1000"/>
            </a:lvl7pPr>
            <a:lvl8pPr marL="3479690" indent="0">
              <a:buNone/>
              <a:defRPr sz="1000"/>
            </a:lvl8pPr>
            <a:lvl9pPr marL="397678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272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199" y="5289550"/>
            <a:ext cx="5905500" cy="624462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29199" y="675188"/>
            <a:ext cx="5905500" cy="4533900"/>
          </a:xfrm>
        </p:spPr>
        <p:txBody>
          <a:bodyPr/>
          <a:lstStyle>
            <a:lvl1pPr marL="0" indent="0">
              <a:buNone/>
              <a:defRPr sz="3500"/>
            </a:lvl1pPr>
            <a:lvl2pPr marL="497099" indent="0">
              <a:buNone/>
              <a:defRPr sz="3000"/>
            </a:lvl2pPr>
            <a:lvl3pPr marL="994197" indent="0">
              <a:buNone/>
              <a:defRPr sz="2600"/>
            </a:lvl3pPr>
            <a:lvl4pPr marL="1491295" indent="0">
              <a:buNone/>
              <a:defRPr sz="2200"/>
            </a:lvl4pPr>
            <a:lvl5pPr marL="1988394" indent="0">
              <a:buNone/>
              <a:defRPr sz="2200"/>
            </a:lvl5pPr>
            <a:lvl6pPr marL="2485493" indent="0">
              <a:buNone/>
              <a:defRPr sz="2200"/>
            </a:lvl6pPr>
            <a:lvl7pPr marL="2982592" indent="0">
              <a:buNone/>
              <a:defRPr sz="2200"/>
            </a:lvl7pPr>
            <a:lvl8pPr marL="3479690" indent="0">
              <a:buNone/>
              <a:defRPr sz="2200"/>
            </a:lvl8pPr>
            <a:lvl9pPr marL="3976788" indent="0">
              <a:buNone/>
              <a:defRPr sz="2200"/>
            </a:lvl9pPr>
          </a:lstStyle>
          <a:p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9199" y="5914012"/>
            <a:ext cx="5905500" cy="886839"/>
          </a:xfrm>
        </p:spPr>
        <p:txBody>
          <a:bodyPr/>
          <a:lstStyle>
            <a:lvl1pPr marL="0" indent="0">
              <a:buNone/>
              <a:defRPr sz="1600"/>
            </a:lvl1pPr>
            <a:lvl2pPr marL="497099" indent="0">
              <a:buNone/>
              <a:defRPr sz="1300"/>
            </a:lvl2pPr>
            <a:lvl3pPr marL="994197" indent="0">
              <a:buNone/>
              <a:defRPr sz="1100"/>
            </a:lvl3pPr>
            <a:lvl4pPr marL="1491295" indent="0">
              <a:buNone/>
              <a:defRPr sz="1000"/>
            </a:lvl4pPr>
            <a:lvl5pPr marL="1988394" indent="0">
              <a:buNone/>
              <a:defRPr sz="1000"/>
            </a:lvl5pPr>
            <a:lvl6pPr marL="2485493" indent="0">
              <a:buNone/>
              <a:defRPr sz="1000"/>
            </a:lvl6pPr>
            <a:lvl7pPr marL="2982592" indent="0">
              <a:buNone/>
              <a:defRPr sz="1000"/>
            </a:lvl7pPr>
            <a:lvl8pPr marL="3479690" indent="0">
              <a:buNone/>
              <a:defRPr sz="1000"/>
            </a:lvl8pPr>
            <a:lvl9pPr marL="397678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831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31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35813" y="302611"/>
            <a:ext cx="2214563" cy="64475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2126" y="302611"/>
            <a:ext cx="6479645" cy="644751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640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126" y="302610"/>
            <a:ext cx="8858250" cy="1259417"/>
          </a:xfrm>
          <a:prstGeom prst="rect">
            <a:avLst/>
          </a:prstGeom>
        </p:spPr>
        <p:txBody>
          <a:bodyPr vert="horz" lIns="99420" tIns="49709" rIns="99420" bIns="4970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126" y="1763184"/>
            <a:ext cx="8858250" cy="4986940"/>
          </a:xfrm>
          <a:prstGeom prst="rect">
            <a:avLst/>
          </a:prstGeom>
        </p:spPr>
        <p:txBody>
          <a:bodyPr vert="horz" lIns="99420" tIns="49709" rIns="99420" bIns="4970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124" y="7003756"/>
            <a:ext cx="2296584" cy="402314"/>
          </a:xfrm>
          <a:prstGeom prst="rect">
            <a:avLst/>
          </a:prstGeom>
        </p:spPr>
        <p:txBody>
          <a:bodyPr vert="horz" lIns="99420" tIns="49709" rIns="99420" bIns="49709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DA5B4-F6EF-422E-ADE4-AE8F0B9F6DD0}" type="datetimeFigureOut">
              <a:rPr lang="es-MX" smtClean="0"/>
              <a:t>17/04/2014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2855" y="7003756"/>
            <a:ext cx="3116792" cy="402314"/>
          </a:xfrm>
          <a:prstGeom prst="rect">
            <a:avLst/>
          </a:prstGeom>
        </p:spPr>
        <p:txBody>
          <a:bodyPr vert="horz" lIns="99420" tIns="49709" rIns="99420" bIns="49709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3792" y="7003756"/>
            <a:ext cx="2296584" cy="402314"/>
          </a:xfrm>
          <a:prstGeom prst="rect">
            <a:avLst/>
          </a:prstGeom>
        </p:spPr>
        <p:txBody>
          <a:bodyPr vert="horz" lIns="99420" tIns="49709" rIns="99420" bIns="49709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91343-100B-4507-8B68-4C39D3705AA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172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4197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2824" indent="-372824" algn="l" defTabSz="994197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7785" indent="-310687" algn="l" defTabSz="994197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2746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845" indent="-248549" algn="l" defTabSz="994197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36944" indent="-248549" algn="l" defTabSz="994197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4042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1140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8239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5338" indent="-248549" algn="l" defTabSz="994197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7099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94197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91295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88394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85493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82592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79690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76788" algn="l" defTabSz="99419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2820007" y="1185963"/>
            <a:ext cx="1576568" cy="22679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Coreografías XV años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20007" y="1727850"/>
            <a:ext cx="1535900" cy="22679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Performance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20007" y="4642346"/>
            <a:ext cx="1363755" cy="24399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Foto y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8996" y="5186262"/>
            <a:ext cx="1363755" cy="23734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Maquillaje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20007" y="5700868"/>
            <a:ext cx="1535900" cy="22679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Clases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39" y="6131236"/>
            <a:ext cx="1535900" cy="2284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Escenografías</a:t>
            </a:r>
          </a:p>
        </p:txBody>
      </p:sp>
      <p:cxnSp>
        <p:nvCxnSpPr>
          <p:cNvPr id="33" name="Elbow Connector 32"/>
          <p:cNvCxnSpPr>
            <a:endCxn id="31" idx="1"/>
          </p:cNvCxnSpPr>
          <p:nvPr/>
        </p:nvCxnSpPr>
        <p:spPr>
          <a:xfrm rot="16200000" flipH="1">
            <a:off x="-123230" y="3278504"/>
            <a:ext cx="5429882" cy="504056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6" idx="1"/>
          </p:cNvCxnSpPr>
          <p:nvPr/>
        </p:nvCxnSpPr>
        <p:spPr>
          <a:xfrm flipV="1">
            <a:off x="2339683" y="1299359"/>
            <a:ext cx="480324" cy="1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7" idx="1"/>
          </p:cNvCxnSpPr>
          <p:nvPr/>
        </p:nvCxnSpPr>
        <p:spPr>
          <a:xfrm>
            <a:off x="2339683" y="1841247"/>
            <a:ext cx="4803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28" idx="1"/>
          </p:cNvCxnSpPr>
          <p:nvPr/>
        </p:nvCxnSpPr>
        <p:spPr>
          <a:xfrm flipV="1">
            <a:off x="2327831" y="4764342"/>
            <a:ext cx="492176" cy="22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9" idx="1"/>
          </p:cNvCxnSpPr>
          <p:nvPr/>
        </p:nvCxnSpPr>
        <p:spPr>
          <a:xfrm flipV="1">
            <a:off x="2339683" y="5304934"/>
            <a:ext cx="479313" cy="171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0" idx="1"/>
          </p:cNvCxnSpPr>
          <p:nvPr/>
        </p:nvCxnSpPr>
        <p:spPr>
          <a:xfrm>
            <a:off x="2312849" y="5800124"/>
            <a:ext cx="507158" cy="141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567623" y="2342290"/>
            <a:ext cx="1622028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Fantasma de la Opera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67623" y="2774669"/>
            <a:ext cx="1279716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err="1"/>
              <a:t>Frozen</a:t>
            </a:r>
            <a:endParaRPr lang="es-MX" sz="1200" dirty="0"/>
          </a:p>
        </p:txBody>
      </p:sp>
      <p:sp>
        <p:nvSpPr>
          <p:cNvPr id="56" name="Rounded Rectangle 55"/>
          <p:cNvSpPr/>
          <p:nvPr/>
        </p:nvSpPr>
        <p:spPr>
          <a:xfrm>
            <a:off x="3567623" y="3211104"/>
            <a:ext cx="1279716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El Zorro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7623" y="3705746"/>
            <a:ext cx="2424331" cy="2267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Alicia en el País de las Maravillas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7623" y="4143406"/>
            <a:ext cx="2067161" cy="2267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La Bella y la Bestia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116719" y="1179035"/>
            <a:ext cx="1366166" cy="22679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Próximos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116719" y="1870916"/>
            <a:ext cx="1366166" cy="22679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/>
              <a:t>Pasados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4808391" y="1292431"/>
            <a:ext cx="308328" cy="69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endCxn id="93" idx="1"/>
          </p:cNvCxnSpPr>
          <p:nvPr/>
        </p:nvCxnSpPr>
        <p:spPr>
          <a:xfrm rot="16200000" flipH="1">
            <a:off x="4352507" y="1220101"/>
            <a:ext cx="1220200" cy="30822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Rounded Rectangle 198"/>
          <p:cNvSpPr/>
          <p:nvPr/>
        </p:nvSpPr>
        <p:spPr>
          <a:xfrm>
            <a:off x="6511683" y="53789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Galería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77634" y="55144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Contacto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076008" y="53789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Tus Eventos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051651" y="55144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Servicios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6714" y="551441"/>
            <a:ext cx="1150499" cy="2777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Home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7513538" y="1296031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1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7505838" y="1832957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2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7513538" y="3262664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5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7513538" y="2749512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4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513538" y="2256086"/>
            <a:ext cx="1086525" cy="2402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9420" tIns="49709" rIns="99420" bIns="49709" spcCol="0" rtlCol="0" anchor="ctr"/>
          <a:lstStyle/>
          <a:p>
            <a:pPr algn="ctr"/>
            <a:r>
              <a:rPr lang="es-MX" sz="1200" dirty="0" smtClean="0"/>
              <a:t>Bailarín 3</a:t>
            </a:r>
          </a:p>
        </p:txBody>
      </p:sp>
      <p:cxnSp>
        <p:nvCxnSpPr>
          <p:cNvPr id="251" name="Elbow Connector 250"/>
          <p:cNvCxnSpPr>
            <a:endCxn id="58" idx="1"/>
          </p:cNvCxnSpPr>
          <p:nvPr/>
        </p:nvCxnSpPr>
        <p:spPr>
          <a:xfrm rot="16200000" flipH="1">
            <a:off x="2248641" y="2937821"/>
            <a:ext cx="2272491" cy="36547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>
            <a:endCxn id="54" idx="1"/>
          </p:cNvCxnSpPr>
          <p:nvPr/>
        </p:nvCxnSpPr>
        <p:spPr>
          <a:xfrm>
            <a:off x="3202149" y="2455686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/>
          <p:cNvCxnSpPr/>
          <p:nvPr/>
        </p:nvCxnSpPr>
        <p:spPr>
          <a:xfrm>
            <a:off x="3202149" y="2891748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/>
          <p:nvPr/>
        </p:nvCxnSpPr>
        <p:spPr>
          <a:xfrm>
            <a:off x="3204537" y="3329086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/>
          <p:nvPr/>
        </p:nvCxnSpPr>
        <p:spPr>
          <a:xfrm>
            <a:off x="3206189" y="3823728"/>
            <a:ext cx="36547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Elbow Connector 263"/>
          <p:cNvCxnSpPr>
            <a:endCxn id="236" idx="1"/>
          </p:cNvCxnSpPr>
          <p:nvPr/>
        </p:nvCxnSpPr>
        <p:spPr>
          <a:xfrm rot="16200000" flipH="1">
            <a:off x="5836436" y="1705680"/>
            <a:ext cx="2567191" cy="78701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Straight Arrow Connector 265"/>
          <p:cNvCxnSpPr>
            <a:endCxn id="234" idx="1"/>
          </p:cNvCxnSpPr>
          <p:nvPr/>
        </p:nvCxnSpPr>
        <p:spPr>
          <a:xfrm>
            <a:off x="6726524" y="1412755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/>
          <p:nvPr/>
        </p:nvCxnSpPr>
        <p:spPr>
          <a:xfrm>
            <a:off x="6726525" y="1984313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2" name="Straight Arrow Connector 271"/>
          <p:cNvCxnSpPr/>
          <p:nvPr/>
        </p:nvCxnSpPr>
        <p:spPr>
          <a:xfrm>
            <a:off x="6726524" y="2376204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/>
          <p:nvPr/>
        </p:nvCxnSpPr>
        <p:spPr>
          <a:xfrm>
            <a:off x="6747256" y="2865720"/>
            <a:ext cx="787014" cy="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5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188</TotalTime>
  <Words>47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Francisco</dc:creator>
  <cp:lastModifiedBy>Francisco</cp:lastModifiedBy>
  <cp:revision>37</cp:revision>
  <dcterms:created xsi:type="dcterms:W3CDTF">2014-04-18T00:38:47Z</dcterms:created>
  <dcterms:modified xsi:type="dcterms:W3CDTF">2014-04-18T03:47:01Z</dcterms:modified>
</cp:coreProperties>
</file>